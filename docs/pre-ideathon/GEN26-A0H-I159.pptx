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64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sis Ideathon" id="{738414BB-E90B-39D7-38DA-935763612684}">
          <p14:sldIdLst>
            <p14:sldId id="265"/>
            <p14:sldId id="264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64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NESIS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11535" y="320040"/>
            <a:ext cx="822960" cy="82296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9525">
            <a:solidFill>
              <a:schemeClr val="accent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" name="Image 0" descr="Genesi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5950" y="384048"/>
            <a:ext cx="534131" cy="6949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2"/>
          <p:cNvSpPr/>
          <p:nvPr/>
        </p:nvSpPr>
        <p:spPr>
          <a:xfrm>
            <a:off x="2286000" y="6355080"/>
            <a:ext cx="7619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chemeClr val="accent6"/>
                </a:solidFill>
              </a:rPr>
              <a:t>Genesis Ideathon – Pre-Ideathon Template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11259007" y="6409944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 rot="5400000">
            <a:off x="10610311" y="4686300"/>
            <a:ext cx="1425408" cy="1234440"/>
          </a:xfrm>
          <a:prstGeom prst="hexagon">
            <a:avLst/>
          </a:prstGeom>
          <a:ln w="15875">
            <a:solidFill>
              <a:schemeClr val="accent4">
                <a:alpha val="2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 rot="5400000">
            <a:off x="9750599" y="534924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20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 rot="5400000">
            <a:off x="11579399" y="3840480"/>
            <a:ext cx="950272" cy="822960"/>
          </a:xfrm>
          <a:prstGeom prst="hexagon">
            <a:avLst/>
          </a:prstGeom>
          <a:ln w="15875">
            <a:solidFill>
              <a:schemeClr val="accent4">
                <a:alpha val="18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SLIDE 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1741-8A36-D98B-EC1B-8153561B8C62}"/>
              </a:ext>
            </a:extLst>
          </p:cNvPr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3D05A-A3D3-2A7C-3CBB-E3EA87F07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69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7D63-3853-F65E-2362-84B24E01E82B}"/>
              </a:ext>
            </a:extLst>
          </p:cNvPr>
          <p:cNvSpPr>
            <a:spLocks noGrp="1"/>
          </p:cNvSpPr>
          <p:nvPr>
            <p:ph type="title" idx="108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DE935-5882-7DDF-9A5C-8CE935915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7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033141" y="182647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AFFECTED?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Target users, stakeholders, beneficiaries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68680" y="21488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 Panchayat planning needs spatial evidence for roads, water, public facilities and assets.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 Gram </a:t>
            </a:r>
            <a:r>
              <a:rPr lang="en-US" dirty="0" err="1"/>
              <a:t>Manchitra</a:t>
            </a:r>
            <a:r>
              <a:rPr lang="en-US" dirty="0"/>
              <a:t> already provides GIS-based decision support for GPDP.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 Our proposed gap: make relevant map evidence easier to query through local-language voice.</a:t>
            </a:r>
          </a:p>
          <a:p>
            <a:pPr marL="279400" indent="-279400">
              <a:spcAft>
                <a:spcPts val="1000"/>
              </a:spcAft>
              <a:buClr>
                <a:schemeClr val="accent1"/>
              </a:buClr>
              <a:buSzPct val="100000"/>
              <a:buChar char="•"/>
            </a:pPr>
            <a:r>
              <a:rPr lang="en-US" dirty="0"/>
              <a:t> Target users: Panchayat officials, field staff and residents.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3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4FFB4A-4E68-5E4C-60B6-2A1CD700D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14" y="404640"/>
            <a:ext cx="860594" cy="645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481010" y="22518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SITUATION &amp; CONTEXT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Existing scenario, background and how things work today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85855" y="2240279"/>
            <a:ext cx="10424160" cy="33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Rural development planning currently relies on government records, field surveys, and manual inspections.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GIS maps and satellite imagery are available, but data is often scattered across different platforms.</a:t>
            </a:r>
          </a:p>
          <a:p>
            <a:pPr lvl="0"/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Villagers may face language and technical barriers when accessing development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Identifying infrastructure gaps and prioritizing projects can be time-consuming and require expert support.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 unified multilingual AI voice assistant is needed to provide location-based insights and support faster, data-driven decisions at the Gram Panchayat level.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472098-A1E9-CDF6-181B-5B2F2955A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4" y="372738"/>
            <a:ext cx="884371" cy="6632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Main difficulties, bottlenecks, root causes and consequences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777240" y="2064865"/>
            <a:ext cx="10424160" cy="3701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Village-level data is often difficult to access, and maps are hard to understand without technical knowledge.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Language barriers and scattered data make planning more difficult.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Difficulty in identifying suitable locations for roads and public facilities.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Manual surveys and planning take more time.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Lack of local-language support in existing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These problems may delay development projects and lead to poor planning. Some rural communities may continue to lack proper roads, drinking water, and essential public services.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Wastage of time and resources.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Unequal access to public facilities.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Delays in rural development.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F95578-DA43-D57D-5DAA-6A7CF0AED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1" y="320041"/>
            <a:ext cx="899160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3246120" y="320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/ APPROACHES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3944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already being done, and where it falls short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17119" y="2148840"/>
            <a:ext cx="10424160" cy="3402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Existing platforms like Gram </a:t>
            </a:r>
            <a:r>
              <a:rPr lang="en-IN" dirty="0" err="1"/>
              <a:t>Manchitra</a:t>
            </a:r>
            <a:r>
              <a:rPr lang="en-IN" dirty="0"/>
              <a:t> provide village maps, while </a:t>
            </a:r>
            <a:r>
              <a:rPr lang="en-IN" dirty="0" err="1"/>
              <a:t>eGramSwaraj</a:t>
            </a:r>
            <a:r>
              <a:rPr lang="en-IN" dirty="0"/>
              <a:t> supports Panchayat planning and monitoring. Satellite imagery helps identify roads, buildings, and land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However, these tools may require technical knowledge, and data may need regular updates and ground verification. Most do not combine multilingual voice interaction with simple, location-based development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Our Solution: An AI-powered voice assistant that makes geographical information easier to access and helps Panchayats make better-informed decisions.</a:t>
            </a:r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6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5A8817-8F68-EDFE-11D4-2302E90DF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" y="320040"/>
            <a:ext cx="99060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667622" y="26114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INSIGHTS &amp; OPPORTUNITY AREAS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Resources required to solve the problem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834847" y="1980590"/>
            <a:ext cx="10424160" cy="408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r>
              <a:rPr lang="en-US" sz="1800" dirty="0"/>
              <a:t>The resources required are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GIS &amp; Satellite Data: ISRO Bhuvan maps and satellite imagery.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Government Records: Panchayat infrastructure and development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Population Data: Census records and household statistics.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Weather Data: IMD rainfall, forecasts, and weather alerts.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 &amp; Voice Tools: Multilingual speech recognition and AI language models.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Technical Infrastructure: GIS software, databases, APIs, and cloud hosting.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Field Resources: Panchayat officials and local surveys to verify data.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#</a:t>
            </a:r>
            <a:r>
              <a:rPr lang="en-US" dirty="0"/>
              <a:t>[Voice output + map → official validation → logged planning note]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By integrating satellite imagery, GIS maps, government records, and AI voice technology, we can deliver reliable, location-based insights. These resources enable smarter planning and sustainable rural development at the Gram Panchayat level.</a:t>
            </a:r>
          </a:p>
          <a:p>
            <a:pPr lvl="0"/>
            <a:endParaRPr lang="en-IN" dirty="0"/>
          </a:p>
          <a:p>
            <a:pPr>
              <a:spcAft>
                <a:spcPts val="1000"/>
              </a:spcAft>
              <a:buClr>
                <a:schemeClr val="accent1"/>
              </a:buClr>
              <a:buSzPct val="100000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3F6F3-2CDA-E7D9-E944-7452EEA4E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25" y="355086"/>
            <a:ext cx="944829" cy="708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2221992" y="280104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1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DIRECTION &amp; EXPECTED OUTCOME</a:t>
            </a:r>
            <a:endParaRPr lang="en-US" sz="2400" dirty="0"/>
          </a:p>
        </p:txBody>
      </p:sp>
      <p:sp>
        <p:nvSpPr>
          <p:cNvPr id="7" name="Lead Icon Hex"/>
          <p:cNvSpPr/>
          <p:nvPr/>
        </p:nvSpPr>
        <p:spPr>
          <a:xfrm>
            <a:off x="548640" y="1463040"/>
            <a:ext cx="457200" cy="395935"/>
          </a:xfrm>
          <a:prstGeom prst="hexagon">
            <a:avLst/>
          </a:prstGeom>
          <a:solidFill>
            <a:schemeClr val="accent3"/>
          </a:solidFill>
          <a:ln/>
        </p:spPr>
      </p:sp>
      <p:pic>
        <p:nvPicPr>
          <p:cNvPr id="8" name="Lead Icon" descr="Lightbulb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3390"/>
            <a:ext cx="274320" cy="274320"/>
          </a:xfrm>
          <a:prstGeom prst="rect">
            <a:avLst/>
          </a:prstGeom>
        </p:spPr>
      </p:pic>
      <p:sp>
        <p:nvSpPr>
          <p:cNvPr id="9" name="Lead Text"/>
          <p:cNvSpPr txBox="1"/>
          <p:nvPr/>
        </p:nvSpPr>
        <p:spPr>
          <a:xfrm>
            <a:off x="1170432" y="1417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What Is Your Expected Outcome?</a:t>
            </a:r>
            <a:endParaRPr lang="en-US" sz="1800" dirty="0"/>
          </a:p>
        </p:txBody>
      </p:sp>
      <p:sp>
        <p:nvSpPr>
          <p:cNvPr id="10" name="Prompts"/>
          <p:cNvSpPr txBox="1"/>
          <p:nvPr/>
        </p:nvSpPr>
        <p:spPr>
          <a:xfrm>
            <a:off x="1063447" y="2055533"/>
            <a:ext cx="10424160" cy="405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a multilingual AI voice assistant for easy access to village development information.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location-based insights using GIS maps, satellite imagery, and government data.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Identify infrastructure gaps in roads, water supply, drainage, and public facilities.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Recommend suitable locations and priorities for rural development projects.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Improve decision-making, transparency, and accessibility for Gram Panchayat officials and villagers.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Achieve faster, data-driven planning and more efficient use of rural development resources.</a:t>
            </a:r>
          </a:p>
          <a:p>
            <a:pPr marL="285750" indent="-285750"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9007" y="6409944"/>
            <a:ext cx="457200" cy="39593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1"/>
              <a:t>8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72336F-1CA1-47AD-BCF8-F1418341E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43" y="367476"/>
            <a:ext cx="929329" cy="696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nesis Ideathon">
  <a:themeElements>
    <a:clrScheme name="Genesis Ideathon">
      <a:dk1>
        <a:srgbClr val="0E2A2F"/>
      </a:dk1>
      <a:lt1>
        <a:srgbClr val="FFFFFF"/>
      </a:lt1>
      <a:dk2>
        <a:srgbClr val="052B35"/>
      </a:dk2>
      <a:lt2>
        <a:srgbClr val="F3F8F5"/>
      </a:lt2>
      <a:accent1>
        <a:srgbClr val="026855"/>
      </a:accent1>
      <a:accent2>
        <a:srgbClr val="094542"/>
      </a:accent2>
      <a:accent3>
        <a:srgbClr val="7AC143"/>
      </a:accent3>
      <a:accent4>
        <a:srgbClr val="4FA278"/>
      </a:accent4>
      <a:accent5>
        <a:srgbClr val="5B6F6B"/>
      </a:accent5>
      <a:accent6>
        <a:srgbClr val="D3E6DD"/>
      </a:accent6>
      <a:hlink>
        <a:srgbClr val="026855"/>
      </a:hlink>
      <a:folHlink>
        <a:srgbClr val="5B6F6B"/>
      </a:folHlink>
    </a:clrScheme>
    <a:fontScheme name="Genesis Ideath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626</Words>
  <Application>Microsoft Office PowerPoint</Application>
  <PresentationFormat>Widescreen</PresentationFormat>
  <Paragraphs>74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Genesis Ideathon</vt:lpstr>
      <vt:lpstr>PowerPoint Presentation</vt:lpstr>
      <vt:lpstr>PowerPoint Presentation</vt:lpstr>
      <vt:lpstr>WHO IS AFFECTED?</vt:lpstr>
      <vt:lpstr>CURRENT SITUATION &amp; CONTEXT</vt:lpstr>
      <vt:lpstr>KEY CHALLENGES</vt:lpstr>
      <vt:lpstr>EXISTING SOLUTIONS / APPROACHES</vt:lpstr>
      <vt:lpstr>PROBLEM INSIGHTS &amp; OPPORTUNITY AREAS</vt:lpstr>
      <vt:lpstr>INITIAL DIRECTION &amp; EXPECTED OUTCOME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Ideathon – Pre-Ideathon Template</dc:title>
  <dc:subject>PptxGenJS Presentation</dc:subject>
  <dc:creator>Genesis Ideathon</dc:creator>
  <cp:lastModifiedBy>Muhil M - [CB.SC.U4CSE26335]</cp:lastModifiedBy>
  <cp:revision>5</cp:revision>
  <dcterms:created xsi:type="dcterms:W3CDTF">2026-10-07T15:27:40Z</dcterms:created>
  <dcterms:modified xsi:type="dcterms:W3CDTF">2026-10-10T09:50:47Z</dcterms:modified>
</cp:coreProperties>
</file>